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5" r:id="rId12"/>
    <p:sldId id="341" r:id="rId13"/>
    <p:sldId id="342" r:id="rId14"/>
    <p:sldId id="343" r:id="rId15"/>
    <p:sldId id="344"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0" d="100"/>
          <a:sy n="70" d="100"/>
        </p:scale>
        <p:origin x="654"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Shreyas-Vanage/AI_Based_Network_Intrusion_Detection_System__VOIS_CS_AI"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285397" y="3258749"/>
            <a:ext cx="5579963" cy="861497"/>
          </a:xfrm>
        </p:spPr>
        <p:txBody>
          <a:bodyPr>
            <a:normAutofit/>
          </a:bodyPr>
          <a:lstStyle/>
          <a:p>
            <a:pPr algn="r"/>
            <a:r>
              <a:rPr lang="en-US" b="0" dirty="0">
                <a:solidFill>
                  <a:schemeClr val="tx1"/>
                </a:solidFill>
              </a:rPr>
              <a:t>Student Name : Shreyas Hiru Vanage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25798" y="1225158"/>
            <a:ext cx="4998720" cy="743448"/>
          </a:xfrm>
        </p:spPr>
        <p:txBody>
          <a:bodyPr>
            <a:normAutofit fontScale="90000"/>
          </a:bodyPr>
          <a:lstStyle/>
          <a:p>
            <a:r>
              <a:rPr lang="en-GB" sz="3200" dirty="0"/>
              <a:t>Project Title - </a:t>
            </a:r>
            <a:r>
              <a:rPr lang="en-US" sz="3200" dirty="0"/>
              <a:t>AI-Based Network Intrusion Detection System</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176215" y="4084144"/>
            <a:ext cx="5405497" cy="1548698"/>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 STU6431c64cd99281680983628</a:t>
            </a:r>
          </a:p>
          <a:p>
            <a:pPr algn="r"/>
            <a:endParaRPr lang="en-US" b="0" dirty="0">
              <a:solidFill>
                <a:schemeClr val="tx1"/>
              </a:solidFill>
            </a:endParaRPr>
          </a:p>
          <a:p>
            <a:pPr algn="r"/>
            <a:r>
              <a:rPr lang="en-IN" b="0" dirty="0">
                <a:solidFill>
                  <a:schemeClr val="tx1"/>
                </a:solidFill>
              </a:rPr>
              <a:t>Apply ID : APPLY_17631451196917759f94642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56"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57847" y="2102230"/>
            <a:ext cx="6431280" cy="3607987"/>
          </a:xfrm>
        </p:spPr>
        <p:txBody>
          <a:bodyPr>
            <a:noAutofit/>
          </a:bodyPr>
          <a:lstStyle/>
          <a:p>
            <a:pPr marL="0" indent="0">
              <a:lnSpc>
                <a:spcPct val="150000"/>
              </a:lnSpc>
              <a:buNone/>
            </a:pPr>
            <a:r>
              <a:rPr lang="en-US" dirty="0"/>
              <a:t>Modern networks are prone to several cyber threats that traditional security systems cannot cope with effectively. The given project presents the requirement for an intelligent intrusion detection system using machine learning techniques for the classification of network traffic and AI-based explanation techniques, which provide insights into the detection results, making them understandable and actionable.</a:t>
            </a:r>
          </a:p>
          <a:p>
            <a:pPr marL="0" indent="0">
              <a:lnSpc>
                <a:spcPct val="150000"/>
              </a:lnSpc>
              <a:buNone/>
            </a:pP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DABD2CB-9041-4E8D-9DA4-74600ADAD2F5}"/>
              </a:ext>
            </a:extLst>
          </p:cNvPr>
          <p:cNvSpPr txBox="1"/>
          <p:nvPr/>
        </p:nvSpPr>
        <p:spPr>
          <a:xfrm>
            <a:off x="675957" y="2210937"/>
            <a:ext cx="7485404" cy="1938992"/>
          </a:xfrm>
          <a:prstGeom prst="rect">
            <a:avLst/>
          </a:prstGeom>
          <a:noFill/>
        </p:spPr>
        <p:txBody>
          <a:bodyPr wrap="square" rtlCol="0">
            <a:spAutoFit/>
          </a:bodyPr>
          <a:lstStyle/>
          <a:p>
            <a:r>
              <a:rPr lang="en-US" sz="2000" dirty="0"/>
              <a:t>In this project, a network intrusion detection system is developed through the application of AI and a Random Forest classifier that identifies malicious events for network traffic. The project combines an AI explanations component and a </a:t>
            </a:r>
            <a:r>
              <a:rPr lang="en-US" sz="2000" dirty="0" err="1"/>
              <a:t>streamlit</a:t>
            </a:r>
            <a:r>
              <a:rPr lang="en-US" sz="2000" dirty="0"/>
              <a:t> dashboard that permits interpretable and interactive results for network intrusion detection.</a:t>
            </a: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9693D636-0123-8EE1-91A8-46336E0BEACC}"/>
              </a:ext>
            </a:extLst>
          </p:cNvPr>
          <p:cNvSpPr>
            <a:spLocks noGrp="1" noChangeArrowheads="1"/>
          </p:cNvSpPr>
          <p:nvPr>
            <p:ph type="body" sz="quarter" idx="12"/>
          </p:nvPr>
        </p:nvSpPr>
        <p:spPr bwMode="auto">
          <a:xfrm>
            <a:off x="721359" y="2174318"/>
            <a:ext cx="470378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Cybersecurity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Network security analysts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System and network administrators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Academic institutions / training centers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Cybersecurity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1DA21506-9F7F-42B0-3802-FFE04E1DC843}"/>
              </a:ext>
            </a:extLst>
          </p:cNvPr>
          <p:cNvSpPr>
            <a:spLocks noGrp="1" noChangeArrowheads="1"/>
          </p:cNvSpPr>
          <p:nvPr>
            <p:ph type="body" sz="quarter" idx="12"/>
          </p:nvPr>
        </p:nvSpPr>
        <p:spPr bwMode="auto">
          <a:xfrm>
            <a:off x="914400" y="1425887"/>
            <a:ext cx="553093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Machine Learning (Random Forest Algorithm)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Streamlit</a:t>
            </a:r>
            <a:r>
              <a:rPr kumimoji="0" lang="en-US" altLang="en-US" b="0" i="0" u="none" strike="noStrike" cap="none" normalizeH="0" baseline="0" dirty="0">
                <a:ln>
                  <a:noFill/>
                </a:ln>
                <a:solidFill>
                  <a:schemeClr val="tx1"/>
                </a:solidFill>
                <a:effectLst/>
                <a:latin typeface="Arial" panose="020B0604020202020204" pitchFamily="34" charset="0"/>
              </a:rPr>
              <a:t> (Web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Scikit-learn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Pandas &amp; NumPy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Groq</a:t>
            </a:r>
            <a:r>
              <a:rPr kumimoji="0" lang="en-US" altLang="en-US" b="0" i="0" u="none" strike="noStrike" cap="none" normalizeH="0" baseline="0" dirty="0">
                <a:ln>
                  <a:noFill/>
                </a:ln>
                <a:solidFill>
                  <a:schemeClr val="tx1"/>
                </a:solidFill>
                <a:effectLst/>
                <a:latin typeface="Arial" panose="020B0604020202020204" pitchFamily="34" charset="0"/>
              </a:rPr>
              <a:t> API (AI Explanation)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CSV-based Network Traffic Dataset (CICIDS)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1" name="Picture 10">
            <a:extLst>
              <a:ext uri="{FF2B5EF4-FFF2-40B4-BE49-F238E27FC236}">
                <a16:creationId xmlns:a16="http://schemas.microsoft.com/office/drawing/2014/main" id="{04CB05E6-BC10-4E71-5333-1B7FB47C100D}"/>
              </a:ext>
            </a:extLst>
          </p:cNvPr>
          <p:cNvPicPr>
            <a:picLocks noChangeAspect="1"/>
          </p:cNvPicPr>
          <p:nvPr/>
        </p:nvPicPr>
        <p:blipFill>
          <a:blip r:embed="rId4"/>
          <a:stretch>
            <a:fillRect/>
          </a:stretch>
        </p:blipFill>
        <p:spPr>
          <a:xfrm>
            <a:off x="675957" y="1275371"/>
            <a:ext cx="8275093" cy="465246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3" name="Picture 12">
            <a:extLst>
              <a:ext uri="{FF2B5EF4-FFF2-40B4-BE49-F238E27FC236}">
                <a16:creationId xmlns:a16="http://schemas.microsoft.com/office/drawing/2014/main" id="{A632308B-33F1-39F1-1F80-0D2D9DA95446}"/>
              </a:ext>
            </a:extLst>
          </p:cNvPr>
          <p:cNvPicPr>
            <a:picLocks noChangeAspect="1"/>
          </p:cNvPicPr>
          <p:nvPr/>
        </p:nvPicPr>
        <p:blipFill>
          <a:blip r:embed="rId4"/>
          <a:stretch>
            <a:fillRect/>
          </a:stretch>
        </p:blipFill>
        <p:spPr>
          <a:xfrm>
            <a:off x="422959" y="1186607"/>
            <a:ext cx="8833350" cy="4966334"/>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51382E-359A-67F6-89DF-3FC12231397C}"/>
              </a:ext>
            </a:extLst>
          </p:cNvPr>
          <p:cNvPicPr>
            <a:picLocks noChangeAspect="1"/>
          </p:cNvPicPr>
          <p:nvPr/>
        </p:nvPicPr>
        <p:blipFill>
          <a:blip r:embed="rId2"/>
          <a:stretch>
            <a:fillRect/>
          </a:stretch>
        </p:blipFill>
        <p:spPr>
          <a:xfrm>
            <a:off x="433951" y="278101"/>
            <a:ext cx="9991241" cy="5617330"/>
          </a:xfrm>
          <a:prstGeom prst="rect">
            <a:avLst/>
          </a:prstGeom>
        </p:spPr>
      </p:pic>
    </p:spTree>
    <p:extLst>
      <p:ext uri="{BB962C8B-B14F-4D97-AF65-F5344CB8AC3E}">
        <p14:creationId xmlns:p14="http://schemas.microsoft.com/office/powerpoint/2010/main" val="1854525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99E3FB29-9ED0-63D3-FF89-B0CC852BCC35}"/>
              </a:ext>
            </a:extLst>
          </p:cNvPr>
          <p:cNvPicPr>
            <a:picLocks noChangeAspect="1"/>
          </p:cNvPicPr>
          <p:nvPr/>
        </p:nvPicPr>
        <p:blipFill>
          <a:blip r:embed="rId2"/>
          <a:stretch>
            <a:fillRect/>
          </a:stretch>
        </p:blipFill>
        <p:spPr>
          <a:xfrm>
            <a:off x="1444130" y="1330945"/>
            <a:ext cx="6961666" cy="4925557"/>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6" name="Picture 5">
            <a:extLst>
              <a:ext uri="{FF2B5EF4-FFF2-40B4-BE49-F238E27FC236}">
                <a16:creationId xmlns:a16="http://schemas.microsoft.com/office/drawing/2014/main" id="{C38058F5-07F3-D1BC-312F-5745072D2445}"/>
              </a:ext>
            </a:extLst>
          </p:cNvPr>
          <p:cNvPicPr>
            <a:picLocks noChangeAspect="1"/>
          </p:cNvPicPr>
          <p:nvPr/>
        </p:nvPicPr>
        <p:blipFill>
          <a:blip r:embed="rId2"/>
          <a:stretch>
            <a:fillRect/>
          </a:stretch>
        </p:blipFill>
        <p:spPr>
          <a:xfrm>
            <a:off x="1084881" y="1179028"/>
            <a:ext cx="7176380" cy="5077474"/>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Securing Android Devices</a:t>
            </a:r>
          </a:p>
        </p:txBody>
      </p:sp>
      <p:pic>
        <p:nvPicPr>
          <p:cNvPr id="3" name="Picture 2">
            <a:extLst>
              <a:ext uri="{FF2B5EF4-FFF2-40B4-BE49-F238E27FC236}">
                <a16:creationId xmlns:a16="http://schemas.microsoft.com/office/drawing/2014/main" id="{2D942AF2-2104-9E5B-D27D-654B58804522}"/>
              </a:ext>
            </a:extLst>
          </p:cNvPr>
          <p:cNvPicPr>
            <a:picLocks noChangeAspect="1"/>
          </p:cNvPicPr>
          <p:nvPr/>
        </p:nvPicPr>
        <p:blipFill>
          <a:blip r:embed="rId2"/>
          <a:stretch>
            <a:fillRect/>
          </a:stretch>
        </p:blipFill>
        <p:spPr>
          <a:xfrm>
            <a:off x="1177871" y="1288684"/>
            <a:ext cx="7021396" cy="4967818"/>
          </a:xfrm>
          <a:prstGeom prst="rect">
            <a:avLst/>
          </a:prstGeom>
        </p:spPr>
      </p:pic>
    </p:spTree>
    <p:extLst>
      <p:ext uri="{BB962C8B-B14F-4D97-AF65-F5344CB8AC3E}">
        <p14:creationId xmlns:p14="http://schemas.microsoft.com/office/powerpoint/2010/main" val="341100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4" name="TextBox 3">
            <a:extLst>
              <a:ext uri="{FF2B5EF4-FFF2-40B4-BE49-F238E27FC236}">
                <a16:creationId xmlns:a16="http://schemas.microsoft.com/office/drawing/2014/main" id="{F7FCFEDD-E6E4-52DF-5B26-20F0E7DD35A7}"/>
              </a:ext>
            </a:extLst>
          </p:cNvPr>
          <p:cNvSpPr txBox="1"/>
          <p:nvPr/>
        </p:nvSpPr>
        <p:spPr>
          <a:xfrm>
            <a:off x="545910" y="1637731"/>
            <a:ext cx="8889607" cy="1015663"/>
          </a:xfrm>
          <a:prstGeom prst="rect">
            <a:avLst/>
          </a:prstGeom>
          <a:noFill/>
        </p:spPr>
        <p:txBody>
          <a:bodyPr wrap="square" rtlCol="0">
            <a:spAutoFit/>
          </a:bodyPr>
          <a:lstStyle/>
          <a:p>
            <a:r>
              <a:rPr lang="en-IN" sz="2000" dirty="0">
                <a:hlinkClick r:id="rId2"/>
              </a:rPr>
              <a:t>https://github.com/Shreyas-Vanage/AI_Based_Network_Intrusion_Detection_System__VOIS_CS_AI</a:t>
            </a:r>
            <a:endParaRPr lang="en-IN" sz="2000" dirty="0"/>
          </a:p>
          <a:p>
            <a:endParaRPr lang="en-IN" sz="2000" dirty="0"/>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605</TotalTime>
  <Words>261</Words>
  <Application>Microsoft Office PowerPoint</Application>
  <PresentationFormat>Widescreen</PresentationFormat>
  <Paragraphs>36</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Project Title - AI-Based Network Intrusion Detection System</vt:lpstr>
      <vt:lpstr>PROBLEM  STATEMENT</vt:lpstr>
      <vt:lpstr>Project Description </vt:lpstr>
      <vt:lpstr>WHO ARE THE END USERS?</vt:lpstr>
      <vt:lpstr>Technology Used</vt:lpstr>
      <vt:lpstr>RESULTS </vt:lpstr>
      <vt:lpstr>RESULTS </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Shreyas Vanage</cp:lastModifiedBy>
  <cp:revision>85</cp:revision>
  <dcterms:created xsi:type="dcterms:W3CDTF">2021-07-11T13:13:15Z</dcterms:created>
  <dcterms:modified xsi:type="dcterms:W3CDTF">2026-01-06T19:01:56Z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